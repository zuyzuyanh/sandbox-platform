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Flezi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1F5F9"/>
                </a:solidFill>
              </a:defRPr>
            </a:pPr>
            <a:r>
              <a:t>Secure, isolated environments for agentic coding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Business &amp; technical overview  |  Parts 1–3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75569"/>
                </a:solidFill>
              </a:defRPr>
            </a:pPr>
            <a:r>
              <a:t>The problem today — and 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Agentic coding is now production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Developers delegate end-to-end work to AI agents: read repos, edit files, run shells, call APIs, deploy.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Tools like Claude Code, Cursor, Copilot, and custom MCP stacks multiply speed — and blast radius.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The new unit of risk is not a bad line of code — it is an autonomous action chain on your infrastructure.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Security and platform teams must answer: where does agent code actually run, and what can it reach?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 organizations try first — and where it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Policy &amp; guardrails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Prompt rules, tool allowlists, “don’t read .env”, human approval on dangerous commands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Content safety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Input/output filters, PII redaction, jailbreak classifiers on the model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Developer discipline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Least-privilege laptops, secrets in vaults, separate cloud accounts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These reduce accidents — they do not create a hard boundary when the agent executes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Why guardrails alone do not fix system vulnerability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Guardrails operate on intent and text — sandboxes operate on physics (kernel, network, filesystem).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Prompt injection turns policy into suggestions: Microsoft documents RCE paths where “prompts become shells” in agent frameworks.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Agents compound risk: research shows wrapping an LLM in tool-use loops can increase successful attacks (~1.6×) as early refusals are overridden in later steps.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Major coding agents have shipped critical flaws despite guardrails — credential leaks, allowlist bypass, unsandboxed MCP (TrustFall-class issues).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Industry review: every common isolation tier has a known failure mode; guardrails are necessary but insufficient for code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636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Sources: Microsoft Security Blog (2026) | arXiv:2510.01359 | Adversa AI TrustFall | Pillar Security (2026) | airuntimesecurity.io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You still need a sandbox — the convincing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Containment: compromised or tricked agent code must not read production secrets, lateral-move, or persist on the host.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Blast-radius cap: one session = one disposable environment; delete the box, delete the incident.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Evidence &amp; audit: per-session boundaries make logging, TTL, and fleet metrics tractable for compliance.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Separation of duties: builders keep their laptops; agents run in an untrusted tier designed for arbitrary code.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Without sandboxing, “secure agentic coding” is policy on a machine that already trusts the agent as root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Symptoms teams feel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Ad-hoc Docker on developer laptops — inconsistent, ungoverned, hard to observe centrally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Shared CI runners or cloud VMs for experiments — cross-tenant leakage and credential sprawl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No single pane for active agent sessions, CPU, or session lifetime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Security blocks AI adoption entirely — or accepts unbounded risk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→ Need a productized sandbox fleet, not another policy 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75569"/>
                </a:solidFill>
              </a:defRPr>
            </a:pPr>
            <a:r>
              <a:t>The solver — Flezi Sandbox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What is Flezi Sandbox?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A managed sandbox control plane + dashboard for interactive AI development.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Spins up isolated VS Code (code-server) environments per session — in the browser, on your infrastructure.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Built on OpenSandbox (container lifecycle) with a FastAPI backend and Next.js fleet overview.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Designed for teams who want agentic coding speed with infrastructure-grade isolation and observability.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Concept — how it fits your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F172A"/>
                </a:solidFill>
              </a:defRPr>
            </a:pPr>
            <a:r>
              <a:t>User opens Flezi dashboard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Clicks to start a session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Platform provisions container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code-server + workspace ready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User works with AI extensions (e.g. Claude) inside the sandbox</a:t>
            </a:r>
          </a:p>
          <a:p>
            <a:pPr>
              <a:defRPr sz="1700">
                <a:solidFill>
                  <a:srgbClr val="0F172A"/>
                </a:solidFill>
              </a:defRPr>
            </a:pPr>
            <a:r>
              <a:t>Session TTL expires → environment destroyed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173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Architecture (logical)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Browser → nginx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├─ Dashboard (Next.js)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└─ API (FastAPI)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       ├─ PostgreSQL / Redis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       └─ OpenSandbox server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              └─ Docker sandboxes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                       └─ VS Code :8443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Session URLs use dedicated</a:t>
            </a:r>
          </a:p>
          <a:p>
            <a:pPr>
              <a:defRPr sz="1400" b="0">
                <a:solidFill>
                  <a:srgbClr val="475569"/>
                </a:solidFill>
              </a:defRPr>
            </a:pPr>
            <a:r>
              <a:t>host ports — not your laptop.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Business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Enable AI-assisted development without giving agents the keys to production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Standardize sandbox images, TTL, and resource limits across the org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Operational visibility: active sessions, pool utilization, activity log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Deploy on your cloud (e.g. AWS EC2) — data and compute stay in your boundary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Path to hardening: TLS, domain, private registry images, pre-baked extensions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75569"/>
                </a:solidFill>
              </a:defRPr>
            </a:pPr>
            <a:r>
              <a:t>Core technology, features &amp; benefits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Core 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Frontend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Next.js dashboard — fleet overview, sessions, metrics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Backend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FastAPI — sessions API, pool state, WebSocket events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Orchestration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OpenSandbox server — Docker-backed sandbox lifecycle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Runtime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code-server in isolated containers; execd for in-sandbox control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Data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PostgreSQL sessions; Redis; real-time activity stream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Edge</a:t>
            </a:r>
          </a:p>
          <a:p>
            <a:pPr lvl="1">
              <a:defRPr sz="1400">
                <a:solidFill>
                  <a:srgbClr val="475569"/>
                </a:solidFill>
              </a:defRPr>
            </a:pPr>
            <a:r>
              <a:t>nginx reverse proxy; optional Let’s Encrypt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4173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500">
                <a:solidFill>
                  <a:srgbClr val="475569"/>
                </a:solidFill>
              </a:defRPr>
            </a:pPr>
            <a:r>
              <a:t>Session flow (technical)</a:t>
            </a:r>
          </a:p>
          <a:p>
            <a:pPr lvl="1">
              <a:defRPr sz="1500">
                <a:solidFill>
                  <a:srgbClr val="475569"/>
                </a:solidFill>
              </a:defRPr>
            </a:pPr>
            <a:r>
              <a:t>1. POST /api/sessions → create sandbox</a:t>
            </a:r>
          </a:p>
          <a:p>
            <a:pPr lvl="1">
              <a:defRPr sz="1500">
                <a:solidFill>
                  <a:srgbClr val="475569"/>
                </a:solidFill>
              </a:defRPr>
            </a:pPr>
            <a:r>
              <a:t>2. Wait for Running → start code-server via execd</a:t>
            </a:r>
          </a:p>
          <a:p>
            <a:pPr lvl="1">
              <a:defRPr sz="1500">
                <a:solidFill>
                  <a:srgbClr val="475569"/>
                </a:solidFill>
              </a:defRPr>
            </a:pPr>
            <a:r>
              <a:t>3. Return browser URL (host:port/proxy/8443)</a:t>
            </a:r>
          </a:p>
          <a:p>
            <a:pPr lvl="1">
              <a:defRPr sz="1500">
                <a:solidFill>
                  <a:srgbClr val="475569"/>
                </a:solidFill>
              </a:defRPr>
            </a:pPr>
            <a:r>
              <a:t>4. Poller fetches CPU/memory via execd /metrics</a:t>
            </a:r>
          </a:p>
          <a:p>
            <a:pPr lvl="1">
              <a:defRPr sz="1500">
                <a:solidFill>
                  <a:srgbClr val="475569"/>
                </a:solidFill>
              </a:defRPr>
            </a:pPr>
            <a:r>
              <a:t>5. DELETE /api/sessions → tear down container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Basic features (today)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One-click VS Code session — full IDE in browser, no local install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Active session list with open-in-new-tab links and terminate control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Fleet dashboard: pool grid, active tasks, CPU bars, activity log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Metrics: active sandboxes, completions, average duration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Configurable sandbox image (VSCODE_IMAGE), CPU/memory limits, session TTL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Production compose stack: nginx + frontend + backend + Postgres + Redis + OpenSandbox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Technical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Isolation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Per-session containers; OpenSandbox API not exposed publicly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Defense in depth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Guardrails in the IDE + hard boundary at infrastructure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Observability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Central poller, WebSocket events, session records in DB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Disposable compute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TTL + delete — no long-lived agent footholds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Extensibility</a:t>
            </a:r>
          </a:p>
          <a:p>
            <a:pPr lvl="1">
              <a:defRPr sz="1600">
                <a:solidFill>
                  <a:srgbClr val="475569"/>
                </a:solidFill>
              </a:defRPr>
            </a:pPr>
            <a:r>
              <a:t>Custom images (extensions, CLI tools); same-origin API for simple deploy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References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Pillar Security — “Your AI Agent Will Run Untrusted Code. Now What?” (sandbox tier failure modes)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Microsoft Security Blog — “When prompts become shells: RCE vulnerabilities in AI agent frameworks”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arXiv:2507.06850 — “The Dark Side of LLMs: Agent-based Attacks for Complete Computer Takeover”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arXiv:2510.01359 — Agent jailbreak / increased vulnerability in tool-use loops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Adversa AI — TrustFall: coding-agent MCP / unsandboxed execution issues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Trend Micro — “Unveiling AI Agent Vulnerabilities: Code Execution”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</a:defRPr>
            </a:pPr>
            <a:r>
              <a:t>• AI Runtime Security — “Sandbox Patterns” (guardrails necessary but insufficient)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Flezi Sandbox</a:t>
            </a:r>
          </a:p>
          <a:p>
            <a:pPr>
              <a:defRPr sz="2200">
                <a:solidFill>
                  <a:srgbClr val="F1F5F9"/>
                </a:solidFill>
              </a:defRPr>
            </a:pPr>
            <a:r>
              <a:t>Agentic coding speed. Infrastructure-grade isolation.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